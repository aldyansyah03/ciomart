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Laporan Vulnerability Assessment DVWA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Analisis Keamanan Aplikasi Web</a:t>
            </a:r>
          </a:p>
          <a:p/>
          <a:p>
            <a:r>
              <a:t>Berdasarkan Laporan Praktikum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Keamanan aplikasi web sangat penting karena mengelola informasi sensitif.</a:t>
            </a:r>
          </a:p>
          <a:p>
            <a:pPr/>
            <a:r>
              <a:t>Ancaman umum: SQL Injection, XSS, Command Injection, File Upload.</a:t>
            </a:r>
          </a:p>
          <a:p>
            <a:pPr/>
            <a:r>
              <a:t>Target Pengujian: DVWA (Damn Vulnerable Web Application) v1.10.</a:t>
            </a:r>
          </a:p>
          <a:p>
            <a:pPr/>
            <a:r>
              <a:t>Lingkungan: Terisolasi menggunakan Docker di dalam VM Kali Linux.</a:t>
            </a:r>
          </a:p>
          <a:p>
            <a:pPr/>
            <a:r>
              <a:t>Tujuan: Mengidentifikasi kerentanan dan menyusun rekomendasi mitigasi.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Ruang Lingkup &amp; Metodologi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DVWA v1.10 (http://localhost)</a:t>
            </a:r>
          </a:p>
          <a:p>
            <a:pPr/>
            <a:r>
              <a:t>Platform: Docker Container (vulnerables/web-dvwa)</a:t>
            </a:r>
          </a:p>
          <a:p>
            <a:pPr/>
            <a:r>
              <a:t>Metode Pengujian: Black-Box Testing</a:t>
            </a:r>
          </a:p>
          <a:p>
            <a:pPr/>
            <a:r>
              <a:t>Fase Pengujian:</a:t>
            </a:r>
          </a:p>
          <a:p>
            <a:pPr/>
            <a:r>
              <a:t>  1. Persiapan (Setup Lingkungan)</a:t>
            </a:r>
          </a:p>
          <a:p>
            <a:pPr/>
            <a:r>
              <a:t>  2. Reconnaissance (Nmap, WhatWeb, Nikto, Gobuster)</a:t>
            </a:r>
          </a:p>
          <a:p>
            <a:pPr/>
            <a:r>
              <a:t>  3. Scanning (OWASP ZAP)</a:t>
            </a:r>
          </a:p>
          <a:p>
            <a:pPr/>
            <a:r>
              <a:t>  4. Exploitation (Burp Suite, Manual)</a:t>
            </a:r>
          </a:p>
          <a:p>
            <a:pPr/>
            <a:r>
              <a:t>  5. Reporting (CVSS Scoring, Rekomendasi)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Persiapan &amp; Konfigurasi Lingkungan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Arsitektur Lingkungan:</a:t>
            </a:r>
          </a:p>
          <a:p>
            <a:pPr/>
            <a:r>
              <a:t>  - Laptop/PC Host → VirtualBox (NAT) → Kali Linux VM</a:t>
            </a:r>
          </a:p>
          <a:p>
            <a:pPr/>
            <a:r>
              <a:t>  - Kali Linux → Docker Engine → Container DVWA (port 80)</a:t>
            </a:r>
          </a:p>
          <a:p>
            <a:pPr/>
            <a:r>
              <a:t>Konfigurasi DVWA:</a:t>
            </a:r>
          </a:p>
          <a:p>
            <a:pPr/>
            <a:r>
              <a:t>  - Security Level: Low (Tidak ada proteksi, input langsung diproses)</a:t>
            </a:r>
          </a:p>
          <a:p>
            <a:pPr/>
            <a:r>
              <a:t>  - Database: MySQL, Backend PHP 7.0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Reconnaissance &amp;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 (Port &amp; Service Scan):</a:t>
            </a:r>
          </a:p>
          <a:p>
            <a:pPr/>
            <a:r>
              <a:t>  - 80/tcp open: Apache httpd 2.4.25</a:t>
            </a:r>
          </a:p>
          <a:p>
            <a:pPr/>
            <a:r>
              <a:t>  - 3306/tcp open: MySQL</a:t>
            </a:r>
          </a:p>
          <a:p>
            <a:pPr/>
            <a:r>
              <a:t>WhatWeb (Fingerprinting):</a:t>
            </a:r>
          </a:p>
          <a:p>
            <a:pPr/>
            <a:r>
              <a:t>  - Mengidentifikasi Apache, PHP, Cookies, Redirect.</a:t>
            </a:r>
          </a:p>
          <a:p>
            <a:pPr/>
            <a:r>
              <a:t>Nikto (Web Vulnerability Scanner):</a:t>
            </a:r>
          </a:p>
          <a:p>
            <a:pPr/>
            <a:r>
              <a:t>  - Apache/2.4.25 (versi lama).</a:t>
            </a:r>
          </a:p>
          <a:p>
            <a:pPr/>
            <a:r>
              <a:t>  - Cookie PHPSESSID tanpa flag HttpOnly (rentan XSS).</a:t>
            </a:r>
          </a:p>
          <a:p>
            <a:pPr/>
            <a:r>
              <a:t>Gobuster &amp; OWASP ZAP:</a:t>
            </a:r>
          </a:p>
          <a:p>
            <a:pPr/>
            <a:r>
              <a:t>  - Directory Bruteforce &amp; Automated Scanning.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Temuan 1: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Deskripsi: Input pengguna dimasukkan ke query SQL tanpa sanitasi.</a:t>
            </a:r>
          </a:p>
          <a:p>
            <a:pPr/>
            <a:r>
              <a:t>Parameter Rentan: id (GET parameter).</a:t>
            </a:r>
          </a:p>
          <a:p>
            <a:pPr/>
            <a:r>
              <a:t>Eksploitasi: Payload `1' OR '1'='1` mengembalikan semua data dari database (Authentication Bypass / Data Extraction).</a:t>
            </a:r>
          </a:p>
          <a:p>
            <a:pPr/>
            <a:r>
              <a:t>Severity: CRITICAL (CVSS v4.0: 9.3).</a:t>
            </a:r>
          </a:p>
          <a:p>
            <a:pPr/>
            <a:r>
              <a:t>Mitigasi: Gunakan Prepared Statements / Parameterized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Temuan 2: Reflected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Deskripsi: Payload JavaScript disisipkan via parameter URL dan direfleksikan ke halaman tanpa encoding.</a:t>
            </a:r>
          </a:p>
          <a:p>
            <a:pPr/>
            <a:r>
              <a:t>Parameter Rentan: name (GET parameter).</a:t>
            </a:r>
          </a:p>
          <a:p>
            <a:pPr/>
            <a:r>
              <a:t>Eksploitasi: Script berbahaya dieksekusi di browser korban (dapat mencuri cookie/session).</a:t>
            </a:r>
          </a:p>
          <a:p>
            <a:pPr/>
            <a:r>
              <a:t>Severity: MEDIUM (CVSS v4.0: 6.1).</a:t>
            </a:r>
          </a:p>
          <a:p>
            <a:pPr/>
            <a:r>
              <a:t>Mitigasi: Implementasikan Output Encoding dan validasi input di sisi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Temuan 3: Stored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Deskripsi: Payload disimpan permanen di database server dan dieksekusi otomatis setiap kali halaman dibuka.</a:t>
            </a:r>
          </a:p>
          <a:p>
            <a:pPr/>
            <a:r>
              <a:t>Fitur Rentan: Message textarea pada form Guestbook.</a:t>
            </a:r>
          </a:p>
          <a:p>
            <a:pPr/>
            <a:r>
              <a:t>Dampak: Mass Session Hijacking, Admin Account Takeover.</a:t>
            </a:r>
          </a:p>
          <a:p>
            <a:pPr/>
            <a:r>
              <a:t>Severity: HIGH (CVSS v4.0: 7.2).</a:t>
            </a:r>
          </a:p>
          <a:p>
            <a:pPr/>
            <a:r>
              <a:t>Mitigasi: Sanitasi input sebelum simpan, encode output saat ditampilkan, dan gunakan CSP (Content Security Policy).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Temuan 4: Unrestricted File Upload (RCE)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Deskripsi: Aplikasi tidak memvalidasi jenis file yang diupload.</a:t>
            </a:r>
          </a:p>
          <a:p>
            <a:pPr/>
            <a:r>
              <a:t>Eksploitasi: Mengupload file PHP web shell (shell.php).</a:t>
            </a:r>
          </a:p>
          <a:p>
            <a:pPr/>
            <a:r>
              <a:t>Dampak: Remote Code Execution (RCE), penyerang dapat menjalankan perintah OS dan mengontrol server penuh.</a:t>
            </a:r>
          </a:p>
          <a:p>
            <a:pPr/>
            <a:r>
              <a:t>Severity: CRITICAL (CVSS v4.0: 9.3).</a:t>
            </a:r>
          </a:p>
          <a:p>
            <a:pPr/>
            <a:r>
              <a:t>Mitigasi: Whitelist ekstensi file, validasi MIME type, dan nonaktifkan eksekusi PHP di direktori uploads.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Ringkasan Penilaian Risiko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(CVSS 9.0+):</a:t>
            </a:r>
          </a:p>
          <a:p>
            <a:pPr/>
            <a:r>
              <a:t>  - SQL Injection (9.3)</a:t>
            </a:r>
          </a:p>
          <a:p>
            <a:pPr/>
            <a:r>
              <a:t>  - File Upload RCE (9.3)</a:t>
            </a:r>
          </a:p>
          <a:p>
            <a:pPr/>
            <a:r>
              <a:t>HIGH (CVSS 7.0 - 8.9):</a:t>
            </a:r>
          </a:p>
          <a:p>
            <a:pPr/>
            <a:r>
              <a:t>  - Stored XSS (7.2)</a:t>
            </a:r>
          </a:p>
          <a:p>
            <a:pPr/>
            <a:r>
              <a:t>MEDIUM (CVSS 4.0 - 6.9):</a:t>
            </a:r>
          </a:p>
          <a:p>
            <a:pPr/>
            <a:r>
              <a:t>  - Reflected XSS (6.1)</a:t>
            </a:r>
          </a:p>
          <a:p>
            <a:pPr/>
            <a:r>
              <a:t>  - Missing HttpOnly Cookie (5.4)</a:t>
            </a:r>
          </a:p>
          <a:p>
            <a:pPr/>
            <a:r>
              <a:t>  - Apache Outdated (5.0)</a:t>
            </a:r>
          </a:p>
          <a:p>
            <a:pPr/>
            <a:r>
              <a:t>  - MySQL Port Exposed (4.3)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Rekomendasi Prioritas &amp; 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Prioritas 1 (Critical): Perbaiki SQL Injection (Prepared Statements) dan validasi ketat pada file upload.</a:t>
            </a:r>
          </a:p>
          <a:p>
            <a:pPr/>
            <a:r>
              <a:t>Prioritas 2 (High): Implementasikan output encoding &amp; CSP untuk Stored XSS.</a:t>
            </a:r>
          </a:p>
          <a:p>
            <a:pPr/>
            <a:r>
              <a:t>Prioritas 3 (Medium): Update Apache dan batasi akses MySQL.</a:t>
            </a:r>
          </a:p>
          <a:p>
            <a:pPr/>
            <a:r>
              <a:t>Lessons Learned:</a:t>
            </a:r>
          </a:p>
          <a:p>
            <a:pPr/>
            <a:r>
              <a:t>  - Sanitasi input dan output adalah kewajiban developer.</a:t>
            </a:r>
          </a:p>
          <a:p>
            <a:pPr/>
            <a:r>
              <a:t>  - Vulnerability Assessment rutin diperlukan untuk menjaga keamanan sistem.</a:t>
            </a:r>
          </a:p>
          <a:p>
            <a:pPr/>
            <a:r>
              <a:t>  - Keamanan berlapis (Defense in Depth) sangat penting.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